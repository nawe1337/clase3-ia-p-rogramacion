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1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235440" y="-1554480"/>
            <a:ext cx="4754880" cy="4754880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44200" y="4434840"/>
            <a:ext cx="777240" cy="7772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85800" y="5074920"/>
            <a:ext cx="457200" cy="4572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280160" y="822960"/>
            <a:ext cx="274320" cy="27432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192024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2D3EE"/>
                </a:solidFill>
                <a:latin typeface="Segoe UI"/>
              </a:rPr>
              <a:t>CURSO · PROGRAMACIÓN CON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 i="0">
                <a:solidFill>
                  <a:srgbClr val="F8FAFC"/>
                </a:solidFill>
                <a:latin typeface="Segoe UI"/>
              </a:rPr>
              <a:t>¡Bienvenidos!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611880"/>
            <a:ext cx="121916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A78BFA"/>
                </a:solidFill>
                <a:latin typeface="Segoe UI"/>
              </a:rPr>
              <a:t>Día 1 — Conociéndonos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251960"/>
            <a:ext cx="1219169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94A3B8"/>
                </a:solidFill>
                <a:latin typeface="Segoe UI"/>
              </a:rPr>
              <a:t>Un curso para aprender juntos, desde donde estés 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670255" y="5711874"/>
            <a:ext cx="1219169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 dirty="0">
                <a:solidFill>
                  <a:srgbClr val="94A3B8"/>
                </a:solidFill>
                <a:latin typeface="Segoe UI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Segoe UI"/>
              </a:rPr>
              <a:t>BIENVENIDA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8FAFC"/>
                </a:solidFill>
                <a:latin typeface="Segoe UI"/>
              </a:rPr>
              <a:t>El espíritu de hoy 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36192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10545775" cy="128016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3856" y="2359152"/>
            <a:ext cx="493776" cy="49377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7088" y="216712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8FAFC"/>
                </a:solidFill>
                <a:latin typeface="Segoe UI"/>
              </a:rPr>
              <a:t>Hoy no vienen a un examen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267919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Solo conversación, curiosidad y buenas vibras.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502152"/>
            <a:ext cx="10545775" cy="128016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33856" y="3895344"/>
            <a:ext cx="493776" cy="493776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3703320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8FAFC"/>
                </a:solidFill>
                <a:latin typeface="Segoe UI"/>
              </a:rPr>
              <a:t>No hay respuestas incorrectas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088" y="4215384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Todas las historias, dudas y puntos de vista suman.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038344"/>
            <a:ext cx="10545775" cy="128016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33856" y="5431536"/>
            <a:ext cx="493776" cy="493776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7088" y="5239512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8FAFC"/>
                </a:solidFill>
                <a:latin typeface="Segoe UI"/>
              </a:rPr>
              <a:t>Nadie sabe más que nadie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7088" y="5751576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Venimos de mundos distintos y eso es nuestra riqueza.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1">
                <a:solidFill>
                  <a:srgbClr val="22D3EE"/>
                </a:solidFill>
                <a:latin typeface="Segoe UI"/>
              </a:rPr>
              <a:t>“Hoy las preguntas valen más que las respuestas.”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Programación con IA · Día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9935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78BFA"/>
                </a:solidFill>
                <a:latin typeface="Segoe UI"/>
              </a:rPr>
              <a:t>DINÁMICA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8FAFC"/>
                </a:solidFill>
                <a:latin typeface="Segoe UI"/>
              </a:rPr>
              <a:t>¿Cómo haremos la dinámica?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5029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dirty="0">
                <a:solidFill>
                  <a:srgbClr val="A78BFA"/>
                </a:solidFill>
                <a:latin typeface="Segoe UI"/>
              </a:rPr>
              <a:t>⏱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36192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3856" y="2112263"/>
            <a:ext cx="493776" cy="49377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1984247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Preséntate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2404871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Tu nombre y cómo prefieres que te llamemos.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17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33856" y="3255264"/>
            <a:ext cx="493776" cy="493776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088" y="3127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Cuéntanos de 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7088" y="3547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A qué te dedicas, qué te gusta, qué te hace único/a.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60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33856" y="4398264"/>
            <a:ext cx="493776" cy="493776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7088" y="4270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Comparte tus expectativas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47088" y="4690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Qué te gustaría llevarte de este curso.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303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33856" y="5541264"/>
            <a:ext cx="493776" cy="49377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7088" y="5413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Imagina el futuro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47088" y="5833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Dónde y para qué aplicarías lo que aprendamos.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>
                <a:solidFill>
                  <a:srgbClr val="94A3B8"/>
                </a:solidFill>
                <a:latin typeface="Segoe UI"/>
              </a:rPr>
              <a:t>Participar es voluntario… pero ¡anímate! Aquí todos nos seguimos conociendo 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Programación con IA · Día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39935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Segoe UI"/>
              </a:rPr>
              <a:t>BLOQUE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8FAFC"/>
                </a:solidFill>
                <a:latin typeface="Segoe UI"/>
              </a:rPr>
              <a:t>Cuéntanos quién eres 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5029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dirty="0">
                <a:solidFill>
                  <a:srgbClr val="22D3EE"/>
                </a:solidFill>
                <a:latin typeface="Segoe UI"/>
              </a:rPr>
              <a:t>⏱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36192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3856" y="2112263"/>
            <a:ext cx="493776" cy="49377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1984247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¿Cómo te llamas y cómo prefieres que te digamos?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2404871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Tu nombre, tu apodo… como te sientas más cómodo/a.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17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33856" y="3255264"/>
            <a:ext cx="493776" cy="493776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088" y="3127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¿A qué te dedicas o qué estudias?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7088" y="3547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Tu trabajo, tu carrera, tus proyectos, lo que haces día a día.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60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33856" y="4398264"/>
            <a:ext cx="493776" cy="493776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7088" y="4270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Cuéntanos algo curioso de 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47088" y="4690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Un hobby, un superpoder secreto, algo que nos sorprenda 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303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33856" y="5541264"/>
            <a:ext cx="493776" cy="49377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7088" y="5413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¿Qué te gusta hacer en tu tiempo libre?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47088" y="5833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Eso que harías incluso sin que te paguen.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Programación con IA · Día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9935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472B6"/>
                </a:solidFill>
                <a:latin typeface="Segoe UI"/>
              </a:rPr>
              <a:t>BLOQUE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8FAFC"/>
                </a:solidFill>
                <a:latin typeface="Segoe UI"/>
              </a:rPr>
              <a:t>Tú y la tecnología 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5029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dirty="0">
                <a:solidFill>
                  <a:srgbClr val="F472B6"/>
                </a:solidFill>
                <a:latin typeface="Segoe UI"/>
              </a:rPr>
              <a:t>⏱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36192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965960"/>
            <a:ext cx="10545775" cy="128016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3856" y="2359152"/>
            <a:ext cx="493776" cy="49377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216712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8FAFC"/>
                </a:solidFill>
                <a:latin typeface="Segoe UI"/>
              </a:rPr>
              <a:t>¿Has programado alguna vez?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267919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Sí, no o “ni idea de qué es eso”: ¡todas las respuestas están bien!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502152"/>
            <a:ext cx="10545775" cy="128016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33856" y="3895344"/>
            <a:ext cx="493776" cy="493776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088" y="3703320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8FAFC"/>
                </a:solidFill>
                <a:latin typeface="Segoe UI"/>
              </a:rPr>
              <a:t>¿Qué apps o herramientas no pueden faltar en tu día?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7088" y="4215384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Las que usas sí o sí todos los días.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038344"/>
            <a:ext cx="10545775" cy="128016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33856" y="5431536"/>
            <a:ext cx="493776" cy="493776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7088" y="5239512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8FAFC"/>
                </a:solidFill>
                <a:latin typeface="Segoe UI"/>
              </a:rPr>
              <a:t>¿Ya convives con alguna IA?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47088" y="5751576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ChatGPT, asistentes de voz, traductores, la cámara del celular…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Programación con IA · Día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9935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BBF24"/>
                </a:solidFill>
                <a:latin typeface="Segoe UI"/>
              </a:rPr>
              <a:t>BLOQUE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8FAFC"/>
                </a:solidFill>
                <a:latin typeface="Segoe UI"/>
              </a:rPr>
              <a:t>Tus expectativas 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5029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dirty="0">
                <a:solidFill>
                  <a:srgbClr val="FBBF24"/>
                </a:solidFill>
                <a:latin typeface="Segoe UI"/>
              </a:rPr>
              <a:t>⏱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36192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965960"/>
            <a:ext cx="10545775" cy="128016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3856" y="2359152"/>
            <a:ext cx="493776" cy="49377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216712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8FAFC"/>
                </a:solidFill>
                <a:latin typeface="Segoe UI"/>
              </a:rPr>
              <a:t>¿Qué te gustaría aprender en este curso?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267919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Sin filtro: lo que de verdad te interesa saber.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502152"/>
            <a:ext cx="10545775" cy="128016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33856" y="3895344"/>
            <a:ext cx="493776" cy="493776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088" y="3703320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8FAFC"/>
                </a:solidFill>
                <a:latin typeface="Segoe UI"/>
              </a:rPr>
              <a:t>Imagina la última clase: ¿qué te gustaría saber hacer?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7088" y="4215384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Un proyecto, una herramienta, una habilidad nueva…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038344"/>
            <a:ext cx="10545775" cy="128016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33856" y="5431536"/>
            <a:ext cx="493776" cy="493776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7088" y="5239512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8FAFC"/>
                </a:solidFill>
                <a:latin typeface="Segoe UI"/>
              </a:rPr>
              <a:t>¿Qué te ilusiona más… y qué te da un poquito de miedo?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47088" y="5751576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Las ganas y las dudas: ambas son bienvenidas.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Programación con IA · Día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9935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4D399"/>
                </a:solidFill>
                <a:latin typeface="Segoe UI"/>
              </a:rPr>
              <a:t>BLOQUE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8FAFC"/>
                </a:solidFill>
                <a:latin typeface="Segoe UI"/>
              </a:rPr>
              <a:t>¿Para qué lo aplicarías? 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5029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dirty="0">
                <a:solidFill>
                  <a:srgbClr val="34D399"/>
                </a:solidFill>
                <a:latin typeface="Segoe UI"/>
              </a:rPr>
              <a:t>⏱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36192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3856" y="2112263"/>
            <a:ext cx="493776" cy="49377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1984247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En tu trabajo o estudios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2404871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Automatizar tareas aburridas, destacar, crear herramientas propias.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17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33856" y="3255264"/>
            <a:ext cx="493776" cy="493776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088" y="3127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En un emprendimiento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7088" y="3547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Esa idea que llevas tiempo dando vueltas.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60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33856" y="4398264"/>
            <a:ext cx="493776" cy="493776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7088" y="4270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En proyectos personales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47088" y="4690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Automatizar tu vida, crear por diversión, ayudar a otros.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303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33856" y="5541264"/>
            <a:ext cx="493776" cy="49377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7088" y="5413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Por pura curiosidad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47088" y="5833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Entender cómo funciona el futuro. ¡Razón perfecta!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Programación con IA · Día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9935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Segoe UI"/>
              </a:rPr>
              <a:t>DINÁMICA RÁPIDA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8FAFC"/>
                </a:solidFill>
                <a:latin typeface="Segoe UI"/>
              </a:rPr>
              <a:t>⚡ Pregunta relámpago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5029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dirty="0">
                <a:solidFill>
                  <a:srgbClr val="22D3EE"/>
                </a:solidFill>
                <a:latin typeface="Segoe UI"/>
              </a:rPr>
              <a:t>⏱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36192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10545775" cy="118872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3856" y="2450592"/>
            <a:ext cx="493776" cy="49377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2103120"/>
            <a:ext cx="9247327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F8FAFC"/>
                </a:solidFill>
                <a:latin typeface="Segoe UI"/>
              </a:rPr>
              <a:t>Si una IA pudiera encargarse de una tarea aburrida de tu vida, ¿cuál le pasarías?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566160"/>
            <a:ext cx="10545775" cy="118872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33856" y="3913632"/>
            <a:ext cx="493776" cy="493776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3566160"/>
            <a:ext cx="9247327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F8FAFC"/>
                </a:solidFill>
                <a:latin typeface="Segoe UI"/>
              </a:rPr>
              <a:t>En una palabra: ¿cómo llegaste hoy?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029200"/>
            <a:ext cx="10545775" cy="118872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33856" y="5376672"/>
            <a:ext cx="493776" cy="493776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7088" y="5029200"/>
            <a:ext cx="9247327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F8FAFC"/>
                </a:solidFill>
                <a:latin typeface="Segoe UI"/>
              </a:rPr>
              <a:t>¿Qué le preguntarías a una IA que lo sabe todo?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Programación con IA · Día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39935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78BFA"/>
                </a:solidFill>
                <a:latin typeface="Segoe UI"/>
              </a:rPr>
              <a:t>EL VIAJE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8FAFC"/>
                </a:solidFill>
                <a:latin typeface="Segoe UI"/>
              </a:rPr>
              <a:t>Lo que haremos juntos 🗺️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36192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3856" y="2112263"/>
            <a:ext cx="493776" cy="49377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7088" y="1984247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🧠  Fundamentos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2404871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Lógica y programación desde cero, sin tecnicismos intimidantes.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17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33856" y="3255264"/>
            <a:ext cx="493776" cy="493776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3127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🤖  IA como herramienta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088" y="3547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Prompts, herramientas y agentes que trabajan contigo.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60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33856" y="4398264"/>
            <a:ext cx="493776" cy="493776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7088" y="4270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🛠️  Proyectos reales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7088" y="4690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Practicar creando, equivocándonos y mejorando.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303520"/>
            <a:ext cx="10545775" cy="969264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33856" y="5541264"/>
            <a:ext cx="493776" cy="49377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0F172A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47088" y="5413248"/>
            <a:ext cx="92473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🚀  Tu proyecto final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7088" y="5833872"/>
            <a:ext cx="92473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Segoe UI"/>
              </a:rPr>
              <a:t>Al terminar: algo tuyo, funcionando, con IA.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>
                <a:solidFill>
                  <a:srgbClr val="94A3B8"/>
                </a:solidFill>
                <a:latin typeface="Segoe UI"/>
              </a:rPr>
              <a:t>El recorrido se ajusta con lo que ustedes nos cuenten hoy 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Programación con IA · Día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9935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472B6"/>
                </a:solidFill>
                <a:latin typeface="Segoe UI"/>
              </a:rPr>
              <a:t>CONSTRUIMOS JUNTOS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8FAFC"/>
                </a:solidFill>
                <a:latin typeface="Segoe UI"/>
              </a:rPr>
              <a:t>Nuestros acuerdos 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36192"/>
            <a:ext cx="1005840" cy="50292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45775" cy="804672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3856" y="1938528"/>
            <a:ext cx="493776" cy="49377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7088" y="1783080"/>
            <a:ext cx="9247327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Todas las preguntas son buenas preguntas.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15768"/>
            <a:ext cx="10545775" cy="804672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33856" y="2871216"/>
            <a:ext cx="493776" cy="493776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088" y="2715768"/>
            <a:ext cx="9247327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Equivocarse es parte de aprender (¡y de programar!).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48456"/>
            <a:ext cx="10545775" cy="804672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33856" y="3803904"/>
            <a:ext cx="493776" cy="493776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7088" y="3648456"/>
            <a:ext cx="9247327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Respeto y apoyo entre todos, siempre.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581144"/>
            <a:ext cx="10545775" cy="804672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33856" y="4736592"/>
            <a:ext cx="493776" cy="49377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7088" y="4581144"/>
            <a:ext cx="9247327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Este es un espacio seguro para probar y fallar.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513832"/>
            <a:ext cx="10545775" cy="804672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33856" y="5669280"/>
            <a:ext cx="493776" cy="49377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47088" y="5513832"/>
            <a:ext cx="9247327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Curiosidad siempre encendida.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Programación con IA · Día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9935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Segoe U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737360" y="3474720"/>
            <a:ext cx="4572000" cy="4572000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-1097280"/>
            <a:ext cx="2926080" cy="2926080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109960" y="4846320"/>
            <a:ext cx="640080" cy="64008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" y="960120"/>
            <a:ext cx="411480" cy="41148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2148840"/>
            <a:ext cx="1219169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F8FAFC"/>
                </a:solidFill>
                <a:latin typeface="Segoe UI"/>
              </a:rPr>
              <a:t>¡Gracias por compartir! 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429000"/>
            <a:ext cx="121916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0" i="0">
                <a:solidFill>
                  <a:srgbClr val="94A3B8"/>
                </a:solidFill>
                <a:latin typeface="Segoe UI"/>
              </a:rPr>
              <a:t>Lo que hoy nos cuenten lo usaremos para construir un curso a su medida.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70916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2D3EE"/>
                </a:solidFill>
                <a:latin typeface="Segoe UI"/>
              </a:rPr>
              <a:t>Nos vemos en la próxima clase 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806440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4A3B8"/>
                </a:solidFill>
                <a:latin typeface="Segoe UI"/>
              </a:rPr>
              <a:t>Programación con IA · Día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768</Words>
  <Application>Microsoft Office PowerPoint</Application>
  <PresentationFormat>Panorámica</PresentationFormat>
  <Paragraphs>145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con IA — Día 1: Conociéndonos</dc:title>
  <dc:subject/>
  <dc:creator>Prof.</dc:creator>
  <cp:keywords/>
  <dc:description>generated using python-pptx</dc:description>
  <cp:lastModifiedBy>Usuario</cp:lastModifiedBy>
  <cp:revision>2</cp:revision>
  <dcterms:created xsi:type="dcterms:W3CDTF">2013-01-27T09:14:16Z</dcterms:created>
  <dcterms:modified xsi:type="dcterms:W3CDTF">2026-10-06T18:05:38Z</dcterms:modified>
  <cp:category/>
  <dc:language>es-MX</dc:language>
</cp:coreProperties>
</file>